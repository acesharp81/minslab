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0" r:id="rId2"/>
    <p:sldId id="257" r:id="rId3"/>
    <p:sldId id="259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5632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3C596-5ADB-48A4-085E-72C1BCF6D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0EA873-CD7B-0A50-025B-2293499E9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C15A2-A060-2B06-82FF-E9EF65CBB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C085B-7ABD-1D73-64D5-E113DA4195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73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774B9-1AC0-B6F9-BD3F-9331F4A9C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51CE66-C793-7D26-D1E8-8D50ADA886B7}"/>
              </a:ext>
            </a:extLst>
          </p:cNvPr>
          <p:cNvSpPr/>
          <p:nvPr/>
        </p:nvSpPr>
        <p:spPr>
          <a:xfrm>
            <a:off x="0" y="0"/>
            <a:ext cx="12191973" cy="4063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0EEE1FF-21D5-2A9D-0DB8-4C912BE4B695}"/>
              </a:ext>
            </a:extLst>
          </p:cNvPr>
          <p:cNvSpPr/>
          <p:nvPr/>
        </p:nvSpPr>
        <p:spPr>
          <a:xfrm>
            <a:off x="406360" y="711141"/>
            <a:ext cx="1112066" cy="38349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CFEB426-3761-0C11-6672-F5D9168864C5}"/>
              </a:ext>
            </a:extLst>
          </p:cNvPr>
          <p:cNvSpPr/>
          <p:nvPr/>
        </p:nvSpPr>
        <p:spPr>
          <a:xfrm>
            <a:off x="584160" y="787341"/>
            <a:ext cx="807266" cy="256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Template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F6E6C66-CCF2-EFB3-0E55-C8720CB0AB69}"/>
              </a:ext>
            </a:extLst>
          </p:cNvPr>
          <p:cNvSpPr/>
          <p:nvPr/>
        </p:nvSpPr>
        <p:spPr>
          <a:xfrm>
            <a:off x="1670817" y="756202"/>
            <a:ext cx="1831585" cy="3187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10"/>
              </a:lnSpc>
              <a:buNone/>
            </a:pPr>
            <a:r>
              <a:rPr lang="ko-KR" altLang="en-US" sz="2100" b="1" dirty="0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문제 펼치기</a:t>
            </a:r>
            <a:endParaRPr lang="en-US" sz="2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AE2F219-A651-8B3A-C7E5-B61AEAA66B7C}"/>
              </a:ext>
            </a:extLst>
          </p:cNvPr>
          <p:cNvSpPr/>
          <p:nvPr/>
        </p:nvSpPr>
        <p:spPr>
          <a:xfrm>
            <a:off x="0" y="1094631"/>
            <a:ext cx="12191973" cy="12680"/>
          </a:xfrm>
          <a:prstGeom prst="rect">
            <a:avLst/>
          </a:prstGeom>
          <a:solidFill>
            <a:srgbClr val="E7E7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2F0A8A92-807E-1CCE-4906-2A9B5A625B12}"/>
              </a:ext>
            </a:extLst>
          </p:cNvPr>
          <p:cNvSpPr/>
          <p:nvPr/>
        </p:nvSpPr>
        <p:spPr>
          <a:xfrm>
            <a:off x="584160" y="1381099"/>
            <a:ext cx="3401021" cy="81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ko-KR" altLang="en-US" sz="24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주제에 대한</a:t>
            </a:r>
            <a:r>
              <a:rPr lang="en-US" sz="24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 일을,</a:t>
            </a:r>
            <a:endParaRPr lang="en-US" sz="2400" dirty="0"/>
          </a:p>
          <a:p>
            <a:pPr marL="0" indent="0" algn="l">
              <a:lnSpc>
                <a:spcPts val="3120"/>
              </a:lnSpc>
              <a:buNone/>
            </a:pPr>
            <a:r>
              <a:rPr lang="en-US" sz="2400" b="1" dirty="0" err="1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단계로</a:t>
            </a:r>
            <a:r>
              <a:rPr lang="en-US" sz="24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 펼쳐봅시다.</a:t>
            </a:r>
            <a:endParaRPr lang="en-US" sz="240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0B7192C-46D2-FD74-958D-EACC6EAD0B09}"/>
              </a:ext>
            </a:extLst>
          </p:cNvPr>
          <p:cNvSpPr/>
          <p:nvPr/>
        </p:nvSpPr>
        <p:spPr>
          <a:xfrm>
            <a:off x="713702" y="2546229"/>
            <a:ext cx="1770823" cy="671397"/>
          </a:xfrm>
          <a:prstGeom prst="roundRect">
            <a:avLst>
              <a:gd name="adj" fmla="val 17608"/>
            </a:avLst>
          </a:prstGeom>
          <a:solidFill>
            <a:srgbClr val="FFFFFF"/>
          </a:solidFill>
          <a:ln w="6350">
            <a:solidFill>
              <a:srgbClr val="DEDCD3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lnSpc>
                <a:spcPts val="1560"/>
              </a:lnSpc>
            </a:pPr>
            <a:r>
              <a:rPr lang="ko-KR" altLang="en-US" sz="13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</a:rPr>
              <a:t>단계</a:t>
            </a:r>
            <a:r>
              <a:rPr lang="en-US" altLang="ko-KR" sz="13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</a:rPr>
              <a:t>[1]</a:t>
            </a:r>
            <a:endParaRPr lang="ko-KR" altLang="en-US" sz="1300" b="1" dirty="0">
              <a:solidFill>
                <a:srgbClr val="16171A"/>
              </a:solidFill>
              <a:latin typeface="Noto Sans KR Bold" pitchFamily="34" charset="0"/>
              <a:ea typeface="Noto Sans KR Bold" pitchFamily="34" charset="-122"/>
            </a:endParaRPr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A7538D13-2490-F7F4-FAE4-6B2AC7FC5C76}"/>
              </a:ext>
            </a:extLst>
          </p:cNvPr>
          <p:cNvSpPr/>
          <p:nvPr/>
        </p:nvSpPr>
        <p:spPr>
          <a:xfrm>
            <a:off x="2644180" y="2546229"/>
            <a:ext cx="1770823" cy="671397"/>
          </a:xfrm>
          <a:prstGeom prst="roundRect">
            <a:avLst>
              <a:gd name="adj" fmla="val 17608"/>
            </a:avLst>
          </a:prstGeom>
          <a:solidFill>
            <a:srgbClr val="FFFFFF"/>
          </a:solidFill>
          <a:ln w="6350">
            <a:solidFill>
              <a:srgbClr val="DEDCD3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lnSpc>
                <a:spcPts val="1560"/>
              </a:lnSpc>
            </a:pPr>
            <a:r>
              <a:rPr lang="ko-KR" altLang="en-US" sz="13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</a:rPr>
              <a:t>단계</a:t>
            </a:r>
            <a:r>
              <a:rPr lang="en-US" altLang="ko-KR" sz="13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</a:rPr>
              <a:t>[2]</a:t>
            </a:r>
            <a:endParaRPr lang="ko-KR" altLang="en-US" sz="1300" b="1" dirty="0">
              <a:solidFill>
                <a:srgbClr val="16171A"/>
              </a:solidFill>
              <a:latin typeface="Noto Sans KR Bold" pitchFamily="34" charset="0"/>
              <a:ea typeface="Noto Sans KR Bold" pitchFamily="34" charset="-122"/>
            </a:endParaRPr>
          </a:p>
          <a:p>
            <a:pPr>
              <a:lnSpc>
                <a:spcPts val="1560"/>
              </a:lnSpc>
            </a:pPr>
            <a:endParaRPr lang="ko-KR" altLang="en-US" sz="1300" b="1" dirty="0">
              <a:solidFill>
                <a:srgbClr val="16171A"/>
              </a:solidFill>
              <a:latin typeface="Noto Sans KR Bold" pitchFamily="34" charset="0"/>
              <a:ea typeface="Noto Sans KR Bold" pitchFamily="34" charset="-122"/>
            </a:endParaRPr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F9AC5936-B12D-DF9D-A6D7-050ED15D162E}"/>
              </a:ext>
            </a:extLst>
          </p:cNvPr>
          <p:cNvSpPr/>
          <p:nvPr/>
        </p:nvSpPr>
        <p:spPr>
          <a:xfrm>
            <a:off x="4574658" y="2546229"/>
            <a:ext cx="1770823" cy="671397"/>
          </a:xfrm>
          <a:prstGeom prst="roundRect">
            <a:avLst>
              <a:gd name="adj" fmla="val 17608"/>
            </a:avLst>
          </a:prstGeom>
          <a:solidFill>
            <a:srgbClr val="FFFFFF"/>
          </a:solidFill>
          <a:ln w="6350">
            <a:solidFill>
              <a:srgbClr val="DEDCD3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lnSpc>
                <a:spcPts val="1560"/>
              </a:lnSpc>
            </a:pPr>
            <a:r>
              <a:rPr lang="ko-KR" altLang="en-US" sz="13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</a:rPr>
              <a:t>단계</a:t>
            </a:r>
            <a:r>
              <a:rPr lang="en-US" altLang="ko-KR" sz="13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</a:rPr>
              <a:t>[3]</a:t>
            </a:r>
            <a:endParaRPr lang="ko-KR" altLang="en-US" sz="1300" b="1" dirty="0">
              <a:solidFill>
                <a:srgbClr val="16171A"/>
              </a:solidFill>
              <a:latin typeface="Noto Sans KR Bold" pitchFamily="34" charset="0"/>
              <a:ea typeface="Noto Sans KR Bold" pitchFamily="34" charset="-122"/>
            </a:endParaRPr>
          </a:p>
          <a:p>
            <a:pPr>
              <a:lnSpc>
                <a:spcPts val="1560"/>
              </a:lnSpc>
            </a:pPr>
            <a:endParaRPr lang="ko-KR" altLang="en-US" sz="1300" b="1" dirty="0">
              <a:solidFill>
                <a:srgbClr val="16171A"/>
              </a:solidFill>
              <a:latin typeface="Noto Sans KR Bold" pitchFamily="34" charset="0"/>
              <a:ea typeface="Noto Sans KR Bold" pitchFamily="34" charset="-122"/>
            </a:endParaRPr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75033552-4CC9-CA86-53BC-926211826C89}"/>
              </a:ext>
            </a:extLst>
          </p:cNvPr>
          <p:cNvSpPr/>
          <p:nvPr/>
        </p:nvSpPr>
        <p:spPr>
          <a:xfrm>
            <a:off x="6505136" y="2546229"/>
            <a:ext cx="1770823" cy="671397"/>
          </a:xfrm>
          <a:prstGeom prst="roundRect">
            <a:avLst>
              <a:gd name="adj" fmla="val 17608"/>
            </a:avLst>
          </a:prstGeom>
          <a:solidFill>
            <a:srgbClr val="FFFFFF"/>
          </a:solidFill>
          <a:ln w="6350">
            <a:solidFill>
              <a:srgbClr val="DEDCD3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lnSpc>
                <a:spcPts val="1560"/>
              </a:lnSpc>
            </a:pPr>
            <a:r>
              <a:rPr lang="ko-KR" altLang="en-US" sz="13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</a:rPr>
              <a:t>단계</a:t>
            </a:r>
            <a:r>
              <a:rPr lang="en-US" altLang="ko-KR" sz="13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</a:rPr>
              <a:t>[...]</a:t>
            </a:r>
            <a:endParaRPr lang="ko-KR" altLang="en-US" sz="1300" b="1" dirty="0">
              <a:solidFill>
                <a:srgbClr val="16171A"/>
              </a:solidFill>
              <a:latin typeface="Noto Sans KR Bold" pitchFamily="34" charset="0"/>
              <a:ea typeface="Noto Sans KR Bold" pitchFamily="34" charset="-122"/>
            </a:endParaRPr>
          </a:p>
          <a:p>
            <a:pPr>
              <a:lnSpc>
                <a:spcPts val="1560"/>
              </a:lnSpc>
            </a:pPr>
            <a:endParaRPr lang="ko-KR" altLang="en-US" sz="1300" b="1" dirty="0">
              <a:solidFill>
                <a:srgbClr val="16171A"/>
              </a:solidFill>
              <a:latin typeface="Noto Sans KR Bold" pitchFamily="34" charset="0"/>
              <a:ea typeface="Noto Sans KR Bold" pitchFamily="34" charset="-122"/>
            </a:endParaRPr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695DFE51-793F-E932-8CF3-70BA41EB8304}"/>
              </a:ext>
            </a:extLst>
          </p:cNvPr>
          <p:cNvSpPr/>
          <p:nvPr/>
        </p:nvSpPr>
        <p:spPr>
          <a:xfrm>
            <a:off x="8435614" y="2546228"/>
            <a:ext cx="1770823" cy="671397"/>
          </a:xfrm>
          <a:prstGeom prst="roundRect">
            <a:avLst>
              <a:gd name="adj" fmla="val 17608"/>
            </a:avLst>
          </a:prstGeom>
          <a:solidFill>
            <a:srgbClr val="FCEEEA"/>
          </a:solidFill>
          <a:ln w="6350">
            <a:solidFill>
              <a:srgbClr val="E2604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lnSpc>
                <a:spcPts val="1560"/>
              </a:lnSpc>
            </a:pPr>
            <a:r>
              <a:rPr lang="ko-KR" altLang="en-US" sz="13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</a:rPr>
              <a:t>단계</a:t>
            </a:r>
            <a:r>
              <a:rPr lang="en-US" altLang="ko-KR" sz="13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</a:rPr>
              <a:t>[…]</a:t>
            </a:r>
          </a:p>
          <a:p>
            <a:pPr>
              <a:lnSpc>
                <a:spcPts val="1560"/>
              </a:lnSpc>
            </a:pPr>
            <a:endParaRPr lang="ko-KR" altLang="en-US" sz="1300" b="1" dirty="0">
              <a:solidFill>
                <a:srgbClr val="16171A"/>
              </a:solidFill>
              <a:latin typeface="Noto Sans KR Bold" pitchFamily="34" charset="0"/>
              <a:ea typeface="Noto Sans KR Bold" pitchFamily="34" charset="-122"/>
            </a:endParaRP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FEB0D0CF-B063-9785-5952-503681C3CC7E}"/>
              </a:ext>
            </a:extLst>
          </p:cNvPr>
          <p:cNvSpPr/>
          <p:nvPr/>
        </p:nvSpPr>
        <p:spPr>
          <a:xfrm>
            <a:off x="748010" y="3637848"/>
            <a:ext cx="7482461" cy="234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ts val="1960"/>
              </a:lnSpc>
            </a:pPr>
            <a:r>
              <a:rPr lang="ko-KR" altLang="en-US" sz="1400" b="1" dirty="0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</a:rPr>
              <a:t>여기서 </a:t>
            </a:r>
            <a:r>
              <a:rPr lang="ko-KR" altLang="en-US" sz="1400" b="1" dirty="0" err="1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</a:rPr>
              <a:t>우리팀은</a:t>
            </a:r>
            <a:r>
              <a:rPr lang="ko-KR" altLang="en-US" sz="1400" b="1" dirty="0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</a:rPr>
              <a:t> 어디를 해결 하고자 하나요</a:t>
            </a:r>
            <a:r>
              <a:rPr lang="en-US" altLang="ko-KR" sz="1400" b="1" dirty="0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</a:rPr>
              <a:t>?</a:t>
            </a:r>
            <a:endParaRPr lang="en-US" sz="1400" b="1" dirty="0">
              <a:solidFill>
                <a:srgbClr val="000000"/>
              </a:solidFill>
              <a:latin typeface="Noto Sans KR Bold" pitchFamily="34" charset="0"/>
              <a:ea typeface="Noto Sans KR Bold" pitchFamily="34" charset="-122"/>
            </a:endParaRPr>
          </a:p>
        </p:txBody>
      </p:sp>
      <p:sp>
        <p:nvSpPr>
          <p:cNvPr id="50" name="Shape 7">
            <a:extLst>
              <a:ext uri="{FF2B5EF4-FFF2-40B4-BE49-F238E27FC236}">
                <a16:creationId xmlns:a16="http://schemas.microsoft.com/office/drawing/2014/main" id="{D867B74E-34B6-78BE-22FA-22F5DB37845B}"/>
              </a:ext>
            </a:extLst>
          </p:cNvPr>
          <p:cNvSpPr/>
          <p:nvPr/>
        </p:nvSpPr>
        <p:spPr>
          <a:xfrm>
            <a:off x="885611" y="3972787"/>
            <a:ext cx="9622277" cy="2677843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DEDCD3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5874C8F0-524B-BB50-DF15-306A4404E5E5}"/>
              </a:ext>
            </a:extLst>
          </p:cNvPr>
          <p:cNvSpPr/>
          <p:nvPr/>
        </p:nvSpPr>
        <p:spPr>
          <a:xfrm>
            <a:off x="1017446" y="4086710"/>
            <a:ext cx="3092694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[ 작성 ]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153471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4063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06360" y="711141"/>
            <a:ext cx="1112066" cy="38349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84160" y="787341"/>
            <a:ext cx="807266" cy="256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Template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70817" y="756202"/>
            <a:ext cx="1831585" cy="3187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문제정의 템플릿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0" y="1094631"/>
            <a:ext cx="12191973" cy="12680"/>
          </a:xfrm>
          <a:prstGeom prst="rect">
            <a:avLst/>
          </a:prstGeom>
          <a:solidFill>
            <a:srgbClr val="E7E7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DEBFF660-78CC-5C1E-5FFD-BB4479028AF3}"/>
              </a:ext>
            </a:extLst>
          </p:cNvPr>
          <p:cNvSpPr/>
          <p:nvPr/>
        </p:nvSpPr>
        <p:spPr>
          <a:xfrm>
            <a:off x="584160" y="1243230"/>
            <a:ext cx="11302034" cy="438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20"/>
              </a:lnSpc>
            </a:pPr>
            <a:r>
              <a:rPr lang="ko-KR" altLang="en-US" sz="24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</a:rPr>
              <a:t>우리 팀이 풀려고 하는 문제</a:t>
            </a:r>
            <a:endParaRPr lang="en-US" sz="2400" b="1" dirty="0">
              <a:solidFill>
                <a:srgbClr val="16171A"/>
              </a:solidFill>
              <a:latin typeface="Noto Sans KR Bold" pitchFamily="34" charset="0"/>
              <a:ea typeface="Noto Sans KR Bold" pitchFamily="34" charset="-122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E27DBF38-C96A-0869-72A8-15AD4EA8252C}"/>
              </a:ext>
            </a:extLst>
          </p:cNvPr>
          <p:cNvSpPr/>
          <p:nvPr/>
        </p:nvSpPr>
        <p:spPr>
          <a:xfrm>
            <a:off x="584160" y="1681861"/>
            <a:ext cx="11302034" cy="438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E260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[ 핵심 문제 정의 ]</a:t>
            </a:r>
            <a:endParaRPr lang="en-US" sz="200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D4763B73-DC88-BBBD-1E08-04A8E90AFB74}"/>
              </a:ext>
            </a:extLst>
          </p:cNvPr>
          <p:cNvSpPr/>
          <p:nvPr/>
        </p:nvSpPr>
        <p:spPr>
          <a:xfrm>
            <a:off x="612773" y="2220974"/>
            <a:ext cx="3515797" cy="4390841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DEDCD3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78B56CFA-A811-6A06-5B61-C127F3EFBC98}"/>
              </a:ext>
            </a:extLst>
          </p:cNvPr>
          <p:cNvSpPr/>
          <p:nvPr/>
        </p:nvSpPr>
        <p:spPr>
          <a:xfrm>
            <a:off x="869364" y="2477564"/>
            <a:ext cx="3092694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① 첫 사용자</a:t>
            </a:r>
            <a:endParaRPr lang="en-US" sz="15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12F5D90B-53EA-4346-7172-8A6ECD9FA2B8}"/>
              </a:ext>
            </a:extLst>
          </p:cNvPr>
          <p:cNvSpPr/>
          <p:nvPr/>
        </p:nvSpPr>
        <p:spPr>
          <a:xfrm>
            <a:off x="869364" y="2833157"/>
            <a:ext cx="3092694" cy="48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 Regular" pitchFamily="34" charset="0"/>
                <a:ea typeface="Noto Sans KR Regular" pitchFamily="34" charset="-122"/>
                <a:cs typeface="Noto Sans KR Regular" pitchFamily="34" charset="-120"/>
              </a:rPr>
              <a:t>우리 결과물을 실제로 </a:t>
            </a:r>
            <a:r>
              <a:rPr lang="en-US" sz="1200" dirty="0" err="1">
                <a:solidFill>
                  <a:srgbClr val="6B7280"/>
                </a:solidFill>
                <a:latin typeface="Noto Sans KR Regular" pitchFamily="34" charset="0"/>
                <a:ea typeface="Noto Sans KR Regular" pitchFamily="34" charset="-122"/>
                <a:cs typeface="Noto Sans KR Regular" pitchFamily="34" charset="-120"/>
              </a:rPr>
              <a:t>써보고</a:t>
            </a:r>
            <a:r>
              <a:rPr lang="en-US" sz="1200" dirty="0">
                <a:solidFill>
                  <a:srgbClr val="6B7280"/>
                </a:solidFill>
                <a:latin typeface="Noto Sans KR Regular" pitchFamily="34" charset="0"/>
                <a:ea typeface="Noto Sans KR Regular" pitchFamily="34" charset="-122"/>
                <a:cs typeface="Noto Sans KR Regular" pitchFamily="34" charset="-120"/>
              </a:rPr>
              <a:t> </a:t>
            </a:r>
            <a:r>
              <a:rPr lang="ko-KR" altLang="en-US" sz="1200" dirty="0">
                <a:solidFill>
                  <a:srgbClr val="6B7280"/>
                </a:solidFill>
                <a:latin typeface="Noto Sans KR Regular" pitchFamily="34" charset="0"/>
                <a:ea typeface="Noto Sans KR Regular" pitchFamily="34" charset="-122"/>
                <a:cs typeface="Noto Sans KR Regular" pitchFamily="34" charset="-120"/>
              </a:rPr>
              <a:t>평가를 해줄 대상은 누구입니까</a:t>
            </a:r>
            <a:r>
              <a:rPr lang="en-US" altLang="ko-KR" sz="1200" dirty="0">
                <a:solidFill>
                  <a:srgbClr val="6B7280"/>
                </a:solidFill>
                <a:latin typeface="Noto Sans KR Regular" pitchFamily="34" charset="0"/>
                <a:ea typeface="Noto Sans KR Regular" pitchFamily="34" charset="-122"/>
                <a:cs typeface="Noto Sans KR Regular" pitchFamily="34" charset="-120"/>
              </a:rPr>
              <a:t>?</a:t>
            </a:r>
            <a:endParaRPr lang="en-US" sz="12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BBFFE8E3-4873-52E1-2C25-4080EB1196DA}"/>
              </a:ext>
            </a:extLst>
          </p:cNvPr>
          <p:cNvSpPr/>
          <p:nvPr/>
        </p:nvSpPr>
        <p:spPr>
          <a:xfrm>
            <a:off x="869364" y="3417269"/>
            <a:ext cx="3092694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[ 작성 ]</a:t>
            </a:r>
            <a:endParaRPr lang="en-US" sz="130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F6BE9C90-23F4-35BC-F94E-2680B5BE5BC0}"/>
              </a:ext>
            </a:extLst>
          </p:cNvPr>
          <p:cNvSpPr/>
          <p:nvPr/>
        </p:nvSpPr>
        <p:spPr>
          <a:xfrm>
            <a:off x="4338078" y="2220974"/>
            <a:ext cx="3515843" cy="4390841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DEDCD3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CBCAE34A-DB3E-76E3-8CFC-A02436BF7874}"/>
              </a:ext>
            </a:extLst>
          </p:cNvPr>
          <p:cNvSpPr/>
          <p:nvPr/>
        </p:nvSpPr>
        <p:spPr>
          <a:xfrm>
            <a:off x="4594669" y="2477564"/>
            <a:ext cx="309274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② 불편한 장면</a:t>
            </a:r>
            <a:endParaRPr lang="en-US" sz="15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3D946C5A-B944-BCE2-BF90-92EB98C1DEA1}"/>
              </a:ext>
            </a:extLst>
          </p:cNvPr>
          <p:cNvSpPr/>
          <p:nvPr/>
        </p:nvSpPr>
        <p:spPr>
          <a:xfrm>
            <a:off x="4594669" y="2833157"/>
            <a:ext cx="3092741" cy="253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 Regular" pitchFamily="34" charset="0"/>
                <a:ea typeface="Noto Sans KR Regular" pitchFamily="34" charset="-122"/>
                <a:cs typeface="Noto Sans KR Regular" pitchFamily="34" charset="-120"/>
              </a:rPr>
              <a:t>언제, 어떤 일을 하다가, 무엇 때문에 막힙니까?</a:t>
            </a:r>
            <a:endParaRPr lang="en-US" sz="12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DFDCC10C-969F-FD42-36F0-B66FF861DA54}"/>
              </a:ext>
            </a:extLst>
          </p:cNvPr>
          <p:cNvSpPr/>
          <p:nvPr/>
        </p:nvSpPr>
        <p:spPr>
          <a:xfrm>
            <a:off x="4594669" y="3417269"/>
            <a:ext cx="3092741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[ 작성 ]</a:t>
            </a:r>
            <a:endParaRPr lang="en-US" sz="1300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8FAFDACC-9E67-E21F-3732-7C2CE04D4C77}"/>
              </a:ext>
            </a:extLst>
          </p:cNvPr>
          <p:cNvSpPr/>
          <p:nvPr/>
        </p:nvSpPr>
        <p:spPr>
          <a:xfrm>
            <a:off x="8063428" y="2220974"/>
            <a:ext cx="3515843" cy="4390841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DEDCD3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7710938D-CA7F-3671-F3D1-E82E56429E58}"/>
              </a:ext>
            </a:extLst>
          </p:cNvPr>
          <p:cNvSpPr/>
          <p:nvPr/>
        </p:nvSpPr>
        <p:spPr>
          <a:xfrm>
            <a:off x="8320020" y="2477564"/>
            <a:ext cx="309274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③ 달라질 행동</a:t>
            </a:r>
            <a:endParaRPr lang="en-US" sz="15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7A964B75-AA2A-E9BB-37A7-02DADA98E440}"/>
              </a:ext>
            </a:extLst>
          </p:cNvPr>
          <p:cNvSpPr/>
          <p:nvPr/>
        </p:nvSpPr>
        <p:spPr>
          <a:xfrm>
            <a:off x="8320020" y="2833157"/>
            <a:ext cx="3092741" cy="253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 Regular" pitchFamily="34" charset="0"/>
                <a:ea typeface="Noto Sans KR Regular" pitchFamily="34" charset="-122"/>
                <a:cs typeface="Noto Sans KR Regular" pitchFamily="34" charset="-120"/>
              </a:rPr>
              <a:t>사용 전후에 어떤 단계가 줄거나 쉬워집니까?</a:t>
            </a:r>
            <a:endParaRPr lang="en-US" sz="12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C38EA7D2-20A8-A789-46E7-35AA54E2AA62}"/>
              </a:ext>
            </a:extLst>
          </p:cNvPr>
          <p:cNvSpPr/>
          <p:nvPr/>
        </p:nvSpPr>
        <p:spPr>
          <a:xfrm>
            <a:off x="8320020" y="3417269"/>
            <a:ext cx="3092741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171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[ 작성 ]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4063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06360" y="711141"/>
            <a:ext cx="1112066" cy="38349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84160" y="787341"/>
            <a:ext cx="807266" cy="256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Template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70817" y="770195"/>
            <a:ext cx="2650541" cy="290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사용자흐름(UX) 시나리오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0" y="1094631"/>
            <a:ext cx="12191973" cy="12680"/>
          </a:xfrm>
          <a:prstGeom prst="rect">
            <a:avLst/>
          </a:prstGeom>
          <a:solidFill>
            <a:srgbClr val="E7E7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06400" y="1285112"/>
            <a:ext cx="11720548" cy="274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STEP 3. </a:t>
            </a:r>
            <a:r>
              <a:rPr lang="en-US" sz="1400" b="1" dirty="0" err="1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사용자</a:t>
            </a:r>
            <a:r>
              <a:rPr lang="ko-KR" altLang="en-US" sz="1400" b="1" dirty="0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흐름</a:t>
            </a:r>
            <a:r>
              <a:rPr lang="en-US" sz="1400" b="1" dirty="0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(UX) </a:t>
            </a:r>
            <a:r>
              <a:rPr lang="en-US" sz="1400" b="1" dirty="0" err="1">
                <a:solidFill>
                  <a:srgbClr val="0000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시나리오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9535" y="1714977"/>
            <a:ext cx="5676936" cy="4784240"/>
          </a:xfrm>
          <a:prstGeom prst="rect">
            <a:avLst/>
          </a:prstGeom>
          <a:noFill/>
          <a:ln w="63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12157" y="1717599"/>
            <a:ext cx="5671693" cy="4521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84044" y="1844584"/>
            <a:ext cx="5527919" cy="22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USER 정의 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2157" y="2169699"/>
            <a:ext cx="5671693" cy="4326897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105501" y="1714977"/>
            <a:ext cx="5676936" cy="4784240"/>
          </a:xfrm>
          <a:prstGeom prst="rect">
            <a:avLst/>
          </a:prstGeom>
          <a:noFill/>
          <a:ln w="63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108123" y="1717599"/>
            <a:ext cx="5671693" cy="4521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180010" y="1844584"/>
            <a:ext cx="5527919" cy="22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USER 정의 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08123" y="2169699"/>
            <a:ext cx="5671693" cy="432689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117</Words>
  <Application>Microsoft Macintosh PowerPoint</Application>
  <PresentationFormat>와이드스크린</PresentationFormat>
  <Paragraphs>32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Noto Sans KR</vt:lpstr>
      <vt:lpstr>Noto Sans KR Bold</vt:lpstr>
      <vt:lpstr>Noto Sans KR Regular</vt:lpstr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서비스 기획서 발표 템플릿</dc:title>
  <dc:subject>PptxGenJS Presentation</dc:subject>
  <dc:creator>PptxGenJS</dc:creator>
  <cp:lastModifiedBy>Yongjae Kim</cp:lastModifiedBy>
  <cp:revision>4</cp:revision>
  <dcterms:created xsi:type="dcterms:W3CDTF">2026-09-17T08:05:47Z</dcterms:created>
  <dcterms:modified xsi:type="dcterms:W3CDTF">2026-09-17T08:17:26Z</dcterms:modified>
</cp:coreProperties>
</file>